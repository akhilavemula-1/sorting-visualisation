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BD0C3-D7AA-4A03-91AC-CBD1B9202E6E}" v="1" dt="2026-09-03T04:59:18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ula Akhila" userId="a79b3f3f738195f7" providerId="LiveId" clId="{82B3EE96-6CDA-4C2C-A4E0-9FADD086F8F7}"/>
    <pc:docChg chg="custSel modSld">
      <pc:chgData name="Vemula Akhila" userId="a79b3f3f738195f7" providerId="LiveId" clId="{82B3EE96-6CDA-4C2C-A4E0-9FADD086F8F7}" dt="2026-09-03T04:59:18.513" v="137"/>
      <pc:docMkLst>
        <pc:docMk/>
      </pc:docMkLst>
      <pc:sldChg chg="modSp mod">
        <pc:chgData name="Vemula Akhila" userId="a79b3f3f738195f7" providerId="LiveId" clId="{82B3EE96-6CDA-4C2C-A4E0-9FADD086F8F7}" dt="2026-09-03T04:59:18.513" v="137"/>
        <pc:sldMkLst>
          <pc:docMk/>
          <pc:sldMk cId="3819377405" sldId="256"/>
        </pc:sldMkLst>
        <pc:spChg chg="mod">
          <ac:chgData name="Vemula Akhila" userId="a79b3f3f738195f7" providerId="LiveId" clId="{82B3EE96-6CDA-4C2C-A4E0-9FADD086F8F7}" dt="2026-09-03T04:59:18.513" v="137"/>
          <ac:spMkLst>
            <pc:docMk/>
            <pc:sldMk cId="3819377405" sldId="256"/>
            <ac:spMk id="3" creationId="{693A3617-689E-EC9E-CF16-7D7079480CC3}"/>
          </ac:spMkLst>
        </pc:spChg>
      </pc:sldChg>
      <pc:sldChg chg="modSp mod">
        <pc:chgData name="Vemula Akhila" userId="a79b3f3f738195f7" providerId="LiveId" clId="{82B3EE96-6CDA-4C2C-A4E0-9FADD086F8F7}" dt="2026-08-31T05:41:04.940" v="118" actId="20577"/>
        <pc:sldMkLst>
          <pc:docMk/>
          <pc:sldMk cId="2811880492" sldId="257"/>
        </pc:sldMkLst>
        <pc:spChg chg="mod">
          <ac:chgData name="Vemula Akhila" userId="a79b3f3f738195f7" providerId="LiveId" clId="{82B3EE96-6CDA-4C2C-A4E0-9FADD086F8F7}" dt="2026-08-31T05:41:04.940" v="118" actId="20577"/>
          <ac:spMkLst>
            <pc:docMk/>
            <pc:sldMk cId="2811880492" sldId="257"/>
            <ac:spMk id="3" creationId="{62467A1D-48B6-47C5-475A-D3B6D96A1A01}"/>
          </ac:spMkLst>
        </pc:spChg>
      </pc:sldChg>
      <pc:sldChg chg="modSp mod">
        <pc:chgData name="Vemula Akhila" userId="a79b3f3f738195f7" providerId="LiveId" clId="{82B3EE96-6CDA-4C2C-A4E0-9FADD086F8F7}" dt="2026-08-31T05:41:14.404" v="119" actId="20577"/>
        <pc:sldMkLst>
          <pc:docMk/>
          <pc:sldMk cId="1569001836" sldId="260"/>
        </pc:sldMkLst>
        <pc:spChg chg="mod">
          <ac:chgData name="Vemula Akhila" userId="a79b3f3f738195f7" providerId="LiveId" clId="{82B3EE96-6CDA-4C2C-A4E0-9FADD086F8F7}" dt="2026-08-31T05:41:14.404" v="119" actId="20577"/>
          <ac:spMkLst>
            <pc:docMk/>
            <pc:sldMk cId="1569001836" sldId="260"/>
            <ac:spMk id="3" creationId="{B37BC3D5-4B87-71F5-882E-5BC9FC3EEBBD}"/>
          </ac:spMkLst>
        </pc:spChg>
      </pc:sldChg>
      <pc:sldChg chg="modSp mod">
        <pc:chgData name="Vemula Akhila" userId="a79b3f3f738195f7" providerId="LiveId" clId="{82B3EE96-6CDA-4C2C-A4E0-9FADD086F8F7}" dt="2026-08-31T05:41:39.099" v="125" actId="20577"/>
        <pc:sldMkLst>
          <pc:docMk/>
          <pc:sldMk cId="163194816" sldId="262"/>
        </pc:sldMkLst>
        <pc:spChg chg="mod">
          <ac:chgData name="Vemula Akhila" userId="a79b3f3f738195f7" providerId="LiveId" clId="{82B3EE96-6CDA-4C2C-A4E0-9FADD086F8F7}" dt="2026-08-31T05:41:39.099" v="125" actId="20577"/>
          <ac:spMkLst>
            <pc:docMk/>
            <pc:sldMk cId="163194816" sldId="262"/>
            <ac:spMk id="3" creationId="{C8F44988-CFEC-28BD-5733-A8752A4C0A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B3CB-5344-1F4D-DA95-92A8418C4D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SORTING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A3617-689E-EC9E-CF16-7D7079480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2167466"/>
          </a:xfrm>
        </p:spPr>
        <p:txBody>
          <a:bodyPr>
            <a:normAutofit/>
          </a:bodyPr>
          <a:lstStyle/>
          <a:p>
            <a:r>
              <a:rPr lang="en-IN" dirty="0"/>
              <a:t>VEMULA AKHILA (23KN1A3152)</a:t>
            </a:r>
          </a:p>
          <a:p>
            <a:r>
              <a:rPr lang="en-IN" dirty="0"/>
              <a:t>SK.ROSIHINI (23KN1A3141)</a:t>
            </a:r>
          </a:p>
          <a:p>
            <a:r>
              <a:rPr lang="en-IN" dirty="0"/>
              <a:t>SIVA PRANATHI (23KN1A3125)</a:t>
            </a:r>
          </a:p>
          <a:p>
            <a:r>
              <a:rPr lang="en-IN" dirty="0"/>
              <a:t>VIJAYA DURGA (23KN1A3102)</a:t>
            </a:r>
          </a:p>
          <a:p>
            <a:r>
              <a:rPr lang="en-IN" dirty="0"/>
              <a:t>A.PRIYA (23KN1A0502)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377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D10C-17A0-55E0-B363-C6519E8D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25599"/>
            <a:ext cx="2413000" cy="829733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2 –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67A1D-48B6-47C5-475A-D3B6D96A1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Introduction Sorting means arranging elements in a specific order.</a:t>
            </a:r>
          </a:p>
          <a:p>
            <a:endParaRPr lang="en-US" dirty="0"/>
          </a:p>
          <a:p>
            <a:r>
              <a:rPr lang="en-US" dirty="0"/>
              <a:t>It is an important concept in Data Structures and Algorithms (DSA).</a:t>
            </a:r>
          </a:p>
          <a:p>
            <a:endParaRPr lang="en-US" dirty="0"/>
          </a:p>
          <a:p>
            <a:r>
              <a:rPr lang="en-US" dirty="0"/>
              <a:t>Sorting visualization shows the sorting process graphically.</a:t>
            </a:r>
          </a:p>
          <a:p>
            <a:endParaRPr lang="en-US" dirty="0"/>
          </a:p>
          <a:p>
            <a:r>
              <a:rPr lang="en-US" dirty="0"/>
              <a:t>Java can be used to create an interactive sorting visualizer.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88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2F3A-B373-4DDB-C917-FE8226F25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481667"/>
            <a:ext cx="2167467" cy="1083732"/>
          </a:xfrm>
        </p:spPr>
        <p:txBody>
          <a:bodyPr>
            <a:normAutofit fontScale="90000"/>
          </a:bodyPr>
          <a:lstStyle/>
          <a:p>
            <a:r>
              <a:rPr lang="en-IN" dirty="0"/>
              <a:t>Slide 3 –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6D4A8-9C0B-BC1F-EBBA-642B55915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 Sorting Algorithms Common sorting algorithms used:</a:t>
            </a:r>
          </a:p>
          <a:p>
            <a:r>
              <a:rPr lang="en-IN" dirty="0"/>
              <a:t>Bubble Sort</a:t>
            </a:r>
          </a:p>
          <a:p>
            <a:r>
              <a:rPr lang="en-IN" dirty="0"/>
              <a:t>Selection Sort</a:t>
            </a:r>
          </a:p>
          <a:p>
            <a:r>
              <a:rPr lang="en-IN" dirty="0"/>
              <a:t>Insertion Sort</a:t>
            </a:r>
          </a:p>
          <a:p>
            <a:r>
              <a:rPr lang="en-IN" dirty="0"/>
              <a:t>Merge Sort</a:t>
            </a:r>
          </a:p>
          <a:p>
            <a:r>
              <a:rPr lang="en-IN" dirty="0"/>
              <a:t>Quick Sort</a:t>
            </a:r>
          </a:p>
          <a:p>
            <a:r>
              <a:rPr lang="en-IN" dirty="0"/>
              <a:t>Main idea: Compare → Swap/Move → Repeat → Sorted Array</a:t>
            </a:r>
          </a:p>
        </p:txBody>
      </p:sp>
    </p:spTree>
    <p:extLst>
      <p:ext uri="{BB962C8B-B14F-4D97-AF65-F5344CB8AC3E}">
        <p14:creationId xmlns:p14="http://schemas.microsoft.com/office/powerpoint/2010/main" val="111913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88E0-82CF-505B-656D-6146F2FB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2532" y="1600200"/>
            <a:ext cx="3242732" cy="711200"/>
          </a:xfrm>
        </p:spPr>
        <p:txBody>
          <a:bodyPr>
            <a:normAutofit fontScale="90000"/>
          </a:bodyPr>
          <a:lstStyle/>
          <a:p>
            <a:r>
              <a:rPr lang="en-IN" dirty="0"/>
              <a:t>Slide 4 –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4B7E1-A45D-F40F-3298-07E41F1F4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32000"/>
            <a:ext cx="10820400" cy="41866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sz="1800" dirty="0"/>
              <a:t>How Sorting Visualization Works</a:t>
            </a:r>
          </a:p>
          <a:p>
            <a:r>
              <a:rPr lang="en-IN" sz="1800" dirty="0"/>
              <a:t>Input Array</a:t>
            </a:r>
          </a:p>
          <a:p>
            <a:r>
              <a:rPr lang="en-IN" sz="1800" dirty="0"/>
              <a:t>↓</a:t>
            </a:r>
          </a:p>
          <a:p>
            <a:r>
              <a:rPr lang="en-IN" sz="1800" dirty="0"/>
              <a:t>Select Sorting Algorithm</a:t>
            </a:r>
          </a:p>
          <a:p>
            <a:r>
              <a:rPr lang="en-IN" sz="1800" dirty="0"/>
              <a:t>↓</a:t>
            </a:r>
          </a:p>
          <a:p>
            <a:r>
              <a:rPr lang="en-IN" sz="1800" dirty="0"/>
              <a:t>Compare Elements</a:t>
            </a:r>
          </a:p>
          <a:p>
            <a:r>
              <a:rPr lang="en-IN" sz="1800" dirty="0"/>
              <a:t>↓</a:t>
            </a:r>
          </a:p>
          <a:p>
            <a:r>
              <a:rPr lang="en-IN" sz="1800" dirty="0"/>
              <a:t>Swap / Move Elements</a:t>
            </a:r>
          </a:p>
          <a:p>
            <a:r>
              <a:rPr lang="en-IN" sz="1800" dirty="0"/>
              <a:t>↓</a:t>
            </a:r>
          </a:p>
          <a:p>
            <a:r>
              <a:rPr lang="en-IN" sz="1800" dirty="0"/>
              <a:t>Display Animation</a:t>
            </a:r>
          </a:p>
          <a:p>
            <a:r>
              <a:rPr lang="en-IN" sz="1800" dirty="0"/>
              <a:t>↓</a:t>
            </a:r>
          </a:p>
          <a:p>
            <a:r>
              <a:rPr lang="en-IN" sz="1800" dirty="0"/>
              <a:t>Sorted </a:t>
            </a:r>
            <a:r>
              <a:rPr lang="en-IN" sz="1800" dirty="0" err="1"/>
              <a:t>ArrayUse</a:t>
            </a:r>
            <a:r>
              <a:rPr lang="en-IN" sz="1800" dirty="0"/>
              <a:t> bar diagrams to show the elements visually.</a:t>
            </a:r>
          </a:p>
        </p:txBody>
      </p:sp>
    </p:spTree>
    <p:extLst>
      <p:ext uri="{BB962C8B-B14F-4D97-AF65-F5344CB8AC3E}">
        <p14:creationId xmlns:p14="http://schemas.microsoft.com/office/powerpoint/2010/main" val="294995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C7F0-A8BF-2DAA-B692-2484B30A7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1811867"/>
            <a:ext cx="1879600" cy="296334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5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C3D5-4B87-71F5-882E-5BC9FC3E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84400"/>
            <a:ext cx="10820400" cy="40342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 Bubble Sort Compares adjacent elements.</a:t>
            </a:r>
          </a:p>
          <a:p>
            <a:r>
              <a:rPr lang="en-US" sz="2000" dirty="0"/>
              <a:t>Swaps elements when they are in the wrong order</a:t>
            </a:r>
          </a:p>
          <a:p>
            <a:r>
              <a:rPr lang="en-US" sz="2000" dirty="0"/>
              <a:t>.Largest element moves toward the end after each pass.</a:t>
            </a:r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5  3  8  1</a:t>
            </a:r>
          </a:p>
          <a:p>
            <a:r>
              <a:rPr lang="en-US" sz="2000" dirty="0"/>
              <a:t>↓</a:t>
            </a:r>
          </a:p>
          <a:p>
            <a:r>
              <a:rPr lang="en-US" sz="2000" dirty="0"/>
              <a:t>3  5  8  1</a:t>
            </a:r>
          </a:p>
          <a:p>
            <a:r>
              <a:rPr lang="en-US" sz="2000" dirty="0"/>
              <a:t>↓</a:t>
            </a:r>
          </a:p>
          <a:p>
            <a:r>
              <a:rPr lang="en-US" sz="2000" dirty="0"/>
              <a:t>3  5  1  8</a:t>
            </a:r>
          </a:p>
          <a:p>
            <a:r>
              <a:rPr lang="en-US" sz="2000" dirty="0"/>
              <a:t>↓</a:t>
            </a:r>
          </a:p>
          <a:p>
            <a:r>
              <a:rPr lang="en-US" sz="2000" dirty="0"/>
              <a:t>1  3  5  8</a:t>
            </a:r>
          </a:p>
          <a:p>
            <a:r>
              <a:rPr lang="en-US" sz="2000" dirty="0"/>
              <a:t>Time Complexity: O(n²)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6900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2D05-E36C-05E1-FC41-9CD6F2BD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617133"/>
            <a:ext cx="2429933" cy="440268"/>
          </a:xfrm>
        </p:spPr>
        <p:txBody>
          <a:bodyPr>
            <a:normAutofit fontScale="90000"/>
          </a:bodyPr>
          <a:lstStyle/>
          <a:p>
            <a:r>
              <a:rPr lang="en-IN" dirty="0"/>
              <a:t>Slide 6 –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9C07-BA11-E53A-32B2-3294B717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Slide 6 –</a:t>
            </a:r>
          </a:p>
          <a:p>
            <a:r>
              <a:rPr lang="en-IN" dirty="0"/>
              <a:t>Merge Sort &amp; Quick Sort</a:t>
            </a:r>
          </a:p>
          <a:p>
            <a:r>
              <a:rPr lang="en-IN" dirty="0"/>
              <a:t>Merge Sort</a:t>
            </a:r>
          </a:p>
          <a:p>
            <a:r>
              <a:rPr lang="en-IN" dirty="0"/>
              <a:t>Uses Divide and Conquer.</a:t>
            </a:r>
          </a:p>
          <a:p>
            <a:r>
              <a:rPr lang="en-IN" dirty="0"/>
              <a:t>Divides the array and merges sorted parts.</a:t>
            </a:r>
          </a:p>
          <a:p>
            <a:r>
              <a:rPr lang="en-IN" dirty="0"/>
              <a:t>Time Complexity: O(n log n)</a:t>
            </a:r>
          </a:p>
          <a:p>
            <a:r>
              <a:rPr lang="en-IN" dirty="0"/>
              <a:t>Quick Sort</a:t>
            </a:r>
          </a:p>
          <a:p>
            <a:r>
              <a:rPr lang="en-IN" dirty="0"/>
              <a:t>Selects a pivot.</a:t>
            </a:r>
          </a:p>
          <a:p>
            <a:r>
              <a:rPr lang="en-IN" dirty="0"/>
              <a:t>Partitions elements around the pivot.</a:t>
            </a:r>
          </a:p>
          <a:p>
            <a:r>
              <a:rPr lang="en-IN" dirty="0"/>
              <a:t>Average Time Complexity: O(n log n)</a:t>
            </a:r>
          </a:p>
        </p:txBody>
      </p:sp>
    </p:spTree>
    <p:extLst>
      <p:ext uri="{BB962C8B-B14F-4D97-AF65-F5344CB8AC3E}">
        <p14:creationId xmlns:p14="http://schemas.microsoft.com/office/powerpoint/2010/main" val="172588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6BCFA-E421-6B43-34A7-ADE2DC57C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1193800"/>
            <a:ext cx="2167467" cy="753532"/>
          </a:xfrm>
        </p:spPr>
        <p:txBody>
          <a:bodyPr>
            <a:normAutofit/>
          </a:bodyPr>
          <a:lstStyle/>
          <a:p>
            <a:r>
              <a:rPr lang="en-IN" dirty="0"/>
              <a:t>SLIDE 7-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44988-CFEC-28BD-5733-A8752A4C0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42534"/>
            <a:ext cx="10820400" cy="49614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 Java Implementation &amp; Advantages</a:t>
            </a:r>
          </a:p>
          <a:p>
            <a:r>
              <a:rPr lang="en-IN" dirty="0"/>
              <a:t>Java Technologies:</a:t>
            </a:r>
          </a:p>
          <a:p>
            <a:r>
              <a:rPr lang="en-IN" dirty="0"/>
              <a:t>Arrays → Store elements</a:t>
            </a:r>
          </a:p>
          <a:p>
            <a:r>
              <a:rPr lang="en-IN" dirty="0" err="1"/>
              <a:t>JFrame</a:t>
            </a:r>
            <a:r>
              <a:rPr lang="en-IN" dirty="0"/>
              <a:t> → Application window</a:t>
            </a:r>
          </a:p>
          <a:p>
            <a:r>
              <a:rPr lang="en-IN" dirty="0" err="1"/>
              <a:t>JPanel</a:t>
            </a:r>
            <a:r>
              <a:rPr lang="en-IN" dirty="0"/>
              <a:t> → Visualization area</a:t>
            </a:r>
          </a:p>
          <a:p>
            <a:r>
              <a:rPr lang="en-IN" dirty="0"/>
              <a:t>Graphics → Draw bars</a:t>
            </a:r>
          </a:p>
          <a:p>
            <a:r>
              <a:rPr lang="en-IN" dirty="0"/>
              <a:t>Sorting methods → Perform algorithms</a:t>
            </a:r>
          </a:p>
          <a:p>
            <a:r>
              <a:rPr lang="en-IN" dirty="0"/>
              <a:t>Thread . sleep() → Animation effect</a:t>
            </a:r>
          </a:p>
          <a:p>
            <a:r>
              <a:rPr lang="en-IN" dirty="0"/>
              <a:t>Advantages:</a:t>
            </a:r>
          </a:p>
          <a:p>
            <a:r>
              <a:rPr lang="en-IN" dirty="0"/>
              <a:t>Easy to understand</a:t>
            </a:r>
          </a:p>
          <a:p>
            <a:r>
              <a:rPr lang="en-IN" dirty="0"/>
              <a:t>Interactive learning</a:t>
            </a:r>
          </a:p>
          <a:p>
            <a:r>
              <a:rPr lang="en-IN" dirty="0"/>
              <a:t>Shows comparisons and swaps</a:t>
            </a:r>
          </a:p>
          <a:p>
            <a:r>
              <a:rPr lang="en-IN" dirty="0"/>
              <a:t>Makes DSA more interesting</a:t>
            </a:r>
          </a:p>
        </p:txBody>
      </p:sp>
    </p:spTree>
    <p:extLst>
      <p:ext uri="{BB962C8B-B14F-4D97-AF65-F5344CB8AC3E}">
        <p14:creationId xmlns:p14="http://schemas.microsoft.com/office/powerpoint/2010/main" val="163194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2692-21ED-C0F0-9C08-9888005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134" y="1407160"/>
            <a:ext cx="2099732" cy="787400"/>
          </a:xfrm>
        </p:spPr>
        <p:txBody>
          <a:bodyPr/>
          <a:lstStyle/>
          <a:p>
            <a:r>
              <a:rPr lang="en-IN" dirty="0"/>
              <a:t>SLIDE 8-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160B2-BC2B-398D-81F6-891985CA3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 Conclusion </a:t>
            </a:r>
          </a:p>
          <a:p>
            <a:r>
              <a:rPr lang="en-IN" dirty="0"/>
              <a:t>Sorting is an important DSA concept.</a:t>
            </a:r>
          </a:p>
          <a:p>
            <a:r>
              <a:rPr lang="en-IN" dirty="0"/>
              <a:t>Visualization makes algorithms easier to understand.</a:t>
            </a:r>
          </a:p>
          <a:p>
            <a:r>
              <a:rPr lang="en-IN" dirty="0"/>
              <a:t>Java helps create an interactive sorting application.</a:t>
            </a:r>
          </a:p>
          <a:p>
            <a:r>
              <a:rPr lang="en-IN" dirty="0"/>
              <a:t>It connects DSA theory with practical implementation.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04555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</TotalTime>
  <Words>350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SORTING VISUALIZATION</vt:lpstr>
      <vt:lpstr>Slide 2 – </vt:lpstr>
      <vt:lpstr>Slide 3 – </vt:lpstr>
      <vt:lpstr>Slide 4 –  </vt:lpstr>
      <vt:lpstr>Slide 5  </vt:lpstr>
      <vt:lpstr>Slide 6 – </vt:lpstr>
      <vt:lpstr>SLIDE 7-</vt:lpstr>
      <vt:lpstr>SLIDE 8-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Vemula Akhila</dc:creator>
  <cp:lastModifiedBy>Vemula Akhila</cp:lastModifiedBy>
  <cp:revision>1</cp:revision>
  <dcterms:created xsi:type="dcterms:W3CDTF">2026-08-31T04:14:05Z</dcterms:created>
  <dcterms:modified xsi:type="dcterms:W3CDTF">2026-09-03T04:59:23Z</dcterms:modified>
</cp:coreProperties>
</file>